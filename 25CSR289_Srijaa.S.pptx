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325A-F01E-782E-8A79-99C51FB0C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Power</a:t>
            </a:r>
            <a:r>
              <a:rPr lang="en-US" sz="6600" dirty="0"/>
              <a:t> </a:t>
            </a:r>
            <a:r>
              <a:rPr lang="en-US" sz="3200" dirty="0"/>
              <a:t>of</a:t>
            </a:r>
            <a:r>
              <a:rPr lang="en-US" sz="6600" dirty="0"/>
              <a:t> </a:t>
            </a:r>
            <a:r>
              <a:rPr lang="en-US" sz="3200" dirty="0"/>
              <a:t>education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87BD6-D123-9D16-036E-F72BE385CB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name:s.srijaa</a:t>
            </a:r>
            <a:endParaRPr lang="en-US" sz="3200" dirty="0"/>
          </a:p>
          <a:p>
            <a:r>
              <a:rPr lang="en-US" sz="3200" dirty="0"/>
              <a:t>Roll no:25csr289</a:t>
            </a:r>
          </a:p>
          <a:p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5B125-565B-1153-F283-3F7B87EBF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937" y="859809"/>
            <a:ext cx="4599296" cy="552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72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F1C5-E306-1E40-4AE0-ED3FAC6D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Opens the mind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594E1-2BF5-FEEB-8D03-6D4FABE5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Education gives us knowledge </a:t>
            </a:r>
          </a:p>
          <a:p>
            <a:pPr marL="0" indent="0">
              <a:buNone/>
            </a:pPr>
            <a:r>
              <a:rPr lang="en-US" sz="3200" dirty="0"/>
              <a:t>and helps us think logically.</a:t>
            </a:r>
          </a:p>
          <a:p>
            <a:r>
              <a:rPr lang="en-US" sz="3200" dirty="0"/>
              <a:t>It trains our mind to ask questions.</a:t>
            </a:r>
          </a:p>
          <a:p>
            <a:r>
              <a:rPr lang="en-US" sz="3200" dirty="0"/>
              <a:t>It inspires new ideas and helps us</a:t>
            </a:r>
          </a:p>
          <a:p>
            <a:pPr marL="0" indent="0">
              <a:buNone/>
            </a:pPr>
            <a:r>
              <a:rPr lang="en-US" sz="3200" dirty="0"/>
              <a:t> find innovative solutions to problems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B29FF-04F4-9E5C-2E9B-645690ED9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245" y="1596787"/>
            <a:ext cx="4558353" cy="316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1E07-176A-DE99-1044-B115C1CA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BUILD CONFIDENCE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4EAB-F1B3-95B6-6258-0641901AE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/>
              <a:t>With education ,we gain</a:t>
            </a:r>
          </a:p>
          <a:p>
            <a:pPr marL="0" indent="0">
              <a:buNone/>
            </a:pPr>
            <a:r>
              <a:rPr lang="en-US" sz="3200" dirty="0"/>
              <a:t>communication skills</a:t>
            </a:r>
          </a:p>
          <a:p>
            <a:pPr marL="0" indent="0">
              <a:buNone/>
            </a:pPr>
            <a:r>
              <a:rPr lang="en-US" sz="3200" dirty="0"/>
              <a:t> and self-belief.</a:t>
            </a:r>
          </a:p>
          <a:p>
            <a:r>
              <a:rPr lang="en-US" sz="3200" dirty="0"/>
              <a:t>It helps us face challenges</a:t>
            </a:r>
          </a:p>
          <a:p>
            <a:pPr marL="0" indent="0">
              <a:buNone/>
            </a:pPr>
            <a:r>
              <a:rPr lang="en-US" sz="3200" dirty="0"/>
              <a:t> without fear.</a:t>
            </a:r>
          </a:p>
          <a:p>
            <a:r>
              <a:rPr lang="en-US" sz="3200" dirty="0"/>
              <a:t>Education </a:t>
            </a:r>
            <a:r>
              <a:rPr lang="en-US" sz="3200" dirty="0" err="1"/>
              <a:t>hepls</a:t>
            </a:r>
            <a:r>
              <a:rPr lang="en-US" sz="3200" dirty="0"/>
              <a:t> you express your ideas </a:t>
            </a:r>
            <a:r>
              <a:rPr lang="en-US" sz="3200" dirty="0" err="1"/>
              <a:t>clealy,making</a:t>
            </a:r>
            <a:r>
              <a:rPr lang="en-US" sz="3200" dirty="0"/>
              <a:t> you more confident in speaking and interacting with others.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1B0F9-B81C-67BB-B958-38E377F23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027" y="958637"/>
            <a:ext cx="5589444" cy="35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6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C8FC-39A5-A120-6E93-B7F033DC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Improves career </a:t>
            </a:r>
            <a:r>
              <a:rPr lang="en-US" sz="4800" dirty="0" err="1"/>
              <a:t>oppurtunities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48291-60AC-FA6F-A9A1-330263FED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600" dirty="0"/>
              <a:t>Education provides skill</a:t>
            </a:r>
          </a:p>
          <a:p>
            <a:pPr marL="0" indent="0">
              <a:buNone/>
            </a:pPr>
            <a:r>
              <a:rPr lang="en-US" sz="3600" dirty="0"/>
              <a:t> required for jobs,</a:t>
            </a:r>
          </a:p>
          <a:p>
            <a:r>
              <a:rPr lang="en-US" sz="3600" dirty="0"/>
              <a:t>It opens door to financial</a:t>
            </a:r>
          </a:p>
          <a:p>
            <a:pPr marL="0" indent="0">
              <a:buNone/>
            </a:pPr>
            <a:r>
              <a:rPr lang="en-US" sz="3600" dirty="0"/>
              <a:t>independence and stability.</a:t>
            </a:r>
          </a:p>
          <a:p>
            <a:pPr marL="0" indent="0">
              <a:buNone/>
            </a:pPr>
            <a:r>
              <a:rPr lang="en-US" sz="3600" dirty="0"/>
              <a:t>With good education ,people </a:t>
            </a:r>
          </a:p>
          <a:p>
            <a:pPr marL="0" indent="0">
              <a:buNone/>
            </a:pPr>
            <a:r>
              <a:rPr lang="en-US" sz="3600" dirty="0"/>
              <a:t>can work in different countries and </a:t>
            </a:r>
          </a:p>
          <a:p>
            <a:pPr marL="0" indent="0">
              <a:buNone/>
            </a:pPr>
            <a:r>
              <a:rPr lang="en-US" sz="3600" dirty="0"/>
              <a:t>Industries.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D92AE-3E3D-8C40-714A-05A0245A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913" y="1692322"/>
            <a:ext cx="5718412" cy="454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1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6FF2-68D1-08DF-481B-7E4C222C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Reduces </a:t>
            </a:r>
            <a:r>
              <a:rPr lang="en-US" sz="5400" dirty="0" err="1"/>
              <a:t>proverty</a:t>
            </a:r>
            <a:r>
              <a:rPr lang="en-US" sz="5400" dirty="0"/>
              <a:t> and inequality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ACCA2-5C45-F8B3-6F2C-0A26FCF09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An educated person can </a:t>
            </a:r>
          </a:p>
          <a:p>
            <a:pPr marL="0" indent="0">
              <a:buNone/>
            </a:pPr>
            <a:r>
              <a:rPr lang="en-US" sz="3600" dirty="0"/>
              <a:t> improve their life and also</a:t>
            </a:r>
          </a:p>
          <a:p>
            <a:pPr marL="0" indent="0">
              <a:buNone/>
            </a:pPr>
            <a:r>
              <a:rPr lang="en-US" sz="3600" dirty="0"/>
              <a:t> help their family.</a:t>
            </a:r>
          </a:p>
          <a:p>
            <a:r>
              <a:rPr lang="en-US" sz="3600" dirty="0"/>
              <a:t>It gives equal opportunities</a:t>
            </a:r>
          </a:p>
          <a:p>
            <a:pPr marL="0" indent="0">
              <a:buNone/>
            </a:pPr>
            <a:r>
              <a:rPr lang="en-US" sz="3600" dirty="0"/>
              <a:t> to both men and women.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E04F1-AEBB-B4D7-47A7-FA175A726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978" y="2048089"/>
            <a:ext cx="3655538" cy="37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1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1501-70EC-DC44-32B0-D69D7962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Creates social </a:t>
            </a:r>
            <a:r>
              <a:rPr lang="en-US" sz="6000" dirty="0" err="1"/>
              <a:t>awarness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C0F0F-9600-30C0-EC88-E1F36D8F3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dirty="0"/>
              <a:t>Education teaches us about</a:t>
            </a:r>
          </a:p>
          <a:p>
            <a:pPr marL="0" indent="0">
              <a:buNone/>
            </a:pPr>
            <a:r>
              <a:rPr lang="en-US" sz="4000" dirty="0"/>
              <a:t> rights ,duties and responsibilities.</a:t>
            </a:r>
          </a:p>
          <a:p>
            <a:pPr marL="0" indent="0">
              <a:buNone/>
            </a:pPr>
            <a:r>
              <a:rPr lang="en-US" sz="4000" dirty="0"/>
              <a:t>It helps fight against </a:t>
            </a:r>
          </a:p>
          <a:p>
            <a:pPr marL="0" indent="0">
              <a:buNone/>
            </a:pPr>
            <a:r>
              <a:rPr lang="en-US" sz="4000" dirty="0"/>
              <a:t>social problems like child </a:t>
            </a:r>
            <a:r>
              <a:rPr lang="en-US" sz="4000" dirty="0" err="1"/>
              <a:t>labour</a:t>
            </a:r>
            <a:r>
              <a:rPr lang="en-US" sz="4000" dirty="0"/>
              <a:t> ,</a:t>
            </a:r>
          </a:p>
          <a:p>
            <a:pPr marL="0" indent="0">
              <a:buNone/>
            </a:pPr>
            <a:r>
              <a:rPr lang="en-US" sz="4000" dirty="0"/>
              <a:t>caste discrimination </a:t>
            </a:r>
            <a:r>
              <a:rPr lang="en-US" sz="4000" dirty="0" err="1"/>
              <a:t>etc</a:t>
            </a:r>
            <a:r>
              <a:rPr lang="en-US" sz="4000" dirty="0"/>
              <a:t>…</a:t>
            </a:r>
          </a:p>
          <a:p>
            <a:pPr marL="0" indent="0">
              <a:buNone/>
            </a:pP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F9BFF4-684F-416A-BBDB-42DB9C056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917" y="1815152"/>
            <a:ext cx="4672084" cy="479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18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3A7A-0A4C-9858-086F-921F3070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Power to change live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2E05B-09E0-A022-66E6-2C3C4D0DC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/>
              <a:t>Education is like light that removes </a:t>
            </a:r>
          </a:p>
          <a:p>
            <a:pPr marL="0" indent="0">
              <a:buNone/>
            </a:pPr>
            <a:r>
              <a:rPr lang="en-US" sz="3600" dirty="0"/>
              <a:t>the darkness of ignorance.</a:t>
            </a:r>
          </a:p>
          <a:p>
            <a:r>
              <a:rPr lang="en-US" sz="3600" dirty="0"/>
              <a:t>It gives us the power to dream big</a:t>
            </a:r>
          </a:p>
          <a:p>
            <a:pPr marL="0" indent="0">
              <a:buNone/>
            </a:pPr>
            <a:r>
              <a:rPr lang="en-US" sz="3600" dirty="0"/>
              <a:t> and achieve those dreams.</a:t>
            </a:r>
          </a:p>
          <a:p>
            <a:pPr marL="0" indent="0">
              <a:buNone/>
            </a:pPr>
            <a:r>
              <a:rPr lang="en-US" sz="3600" dirty="0"/>
              <a:t>Education inspires new </a:t>
            </a:r>
            <a:r>
              <a:rPr lang="en-US" sz="3600" dirty="0" err="1"/>
              <a:t>ideas,problem</a:t>
            </a:r>
            <a:r>
              <a:rPr lang="en-US" sz="3600" dirty="0"/>
              <a:t>-solving skills that can </a:t>
            </a:r>
          </a:p>
          <a:p>
            <a:pPr marL="0" indent="0">
              <a:buNone/>
            </a:pPr>
            <a:r>
              <a:rPr lang="en-US" sz="3600" dirty="0"/>
              <a:t>Transform personal and professional life.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AC6CF-287C-5A0A-3365-48AE11B3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826" y="1850980"/>
            <a:ext cx="4331173" cy="31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7D01-5215-068A-06CA-4CE90AD0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7200" dirty="0"/>
            </a:br>
            <a:endParaRPr lang="en-IN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341E-A6E2-F2AC-DDA9-0D99DEB3E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sz="9600" dirty="0"/>
              <a:t>THANK </a:t>
            </a:r>
            <a:r>
              <a:rPr lang="en-US" sz="9600"/>
              <a:t>YOU…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294520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114</TotalTime>
  <Words>227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Power of education</vt:lpstr>
      <vt:lpstr>Opens the mind</vt:lpstr>
      <vt:lpstr>BUILD CONFIDENCE</vt:lpstr>
      <vt:lpstr>Improves career oppurtunities</vt:lpstr>
      <vt:lpstr>Reduces proverty and inequality</vt:lpstr>
      <vt:lpstr>Creates social awarness</vt:lpstr>
      <vt:lpstr>Power to change live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Nandha Kumar</dc:creator>
  <cp:lastModifiedBy>Nandha Kumar</cp:lastModifiedBy>
  <cp:revision>12</cp:revision>
  <dcterms:created xsi:type="dcterms:W3CDTF">2025-09-20T15:19:29Z</dcterms:created>
  <dcterms:modified xsi:type="dcterms:W3CDTF">2025-10-12T17:03:38Z</dcterms:modified>
</cp:coreProperties>
</file>